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d3e9f784ef4d6d" /><Relationship Type="http://schemas.openxmlformats.org/officeDocument/2006/relationships/extended-properties" Target="/docProps/app.xml" Id="R12fcb124304546bd" /><Relationship Type="http://schemas.openxmlformats.org/officeDocument/2006/relationships/officeDocument" Target="/ppt/presentation.xml" Id="Rf37282a86bf74c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f879bdd9240e6"/>
  </p:sldMasterIdLst>
  <p:notesMasterIdLst>
    <p:notesMasterId xmlns:r="http://schemas.openxmlformats.org/officeDocument/2006/relationships" r:id="R4b69671ed88f409c"/>
  </p:notesMasterIdLst>
  <p:sldIdLst>
    <p:sldId xmlns:r="http://schemas.openxmlformats.org/officeDocument/2006/relationships" id="256" r:id="Rbc7ea7073199425a"/>
    <p:sldId xmlns:r="http://schemas.openxmlformats.org/officeDocument/2006/relationships" id="257" r:id="Ra6fd69a591844203"/>
    <p:sldId xmlns:r="http://schemas.openxmlformats.org/officeDocument/2006/relationships" id="258" r:id="R59b12ae160564248"/>
    <p:sldId xmlns:r="http://schemas.openxmlformats.org/officeDocument/2006/relationships" id="259" r:id="R879b6639ef8c4a18"/>
    <p:sldId xmlns:r="http://schemas.openxmlformats.org/officeDocument/2006/relationships" id="260" r:id="R86f880ee5ab24709"/>
    <p:sldId xmlns:r="http://schemas.openxmlformats.org/officeDocument/2006/relationships" id="261" r:id="R25667630ec7844da"/>
    <p:sldId xmlns:r="http://schemas.openxmlformats.org/officeDocument/2006/relationships" id="262" r:id="R7d5bbc6507064b46"/>
    <p:sldId xmlns:r="http://schemas.openxmlformats.org/officeDocument/2006/relationships" id="263" r:id="R87224d5876e74cd6"/>
    <p:sldId xmlns:r="http://schemas.openxmlformats.org/officeDocument/2006/relationships" id="264" r:id="R432efaf6585e43a1"/>
    <p:sldId xmlns:r="http://schemas.openxmlformats.org/officeDocument/2006/relationships" id="265" r:id="R23278059c96244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44bf6266f04e34" /><Relationship Type="http://schemas.openxmlformats.org/officeDocument/2006/relationships/slideMaster" Target="/ppt/slideMasters/slideMaster1.xml" Id="R03ff879bdd9240e6" /><Relationship Type="http://schemas.openxmlformats.org/officeDocument/2006/relationships/notesMaster" Target="/ppt/notesMasters/notesMaster1.xml" Id="R4b69671ed88f409c" /><Relationship Type="http://schemas.openxmlformats.org/officeDocument/2006/relationships/presProps" Target="/ppt/presProps.xml" Id="Rabfe9d888c9043dc" /><Relationship Type="http://schemas.openxmlformats.org/officeDocument/2006/relationships/tableStyles" Target="/ppt/tableStyles.xml" Id="R6c566821dacd49b0" /><Relationship Type="http://schemas.openxmlformats.org/officeDocument/2006/relationships/slide" Target="/ppt/slides/slide1.xml" Id="Rbc7ea7073199425a" /><Relationship Type="http://schemas.openxmlformats.org/officeDocument/2006/relationships/slide" Target="/ppt/slides/slide2.xml" Id="Ra6fd69a591844203" /><Relationship Type="http://schemas.openxmlformats.org/officeDocument/2006/relationships/slide" Target="/ppt/slides/slide3.xml" Id="R59b12ae160564248" /><Relationship Type="http://schemas.openxmlformats.org/officeDocument/2006/relationships/slide" Target="/ppt/slides/slide4.xml" Id="R879b6639ef8c4a18" /><Relationship Type="http://schemas.openxmlformats.org/officeDocument/2006/relationships/slide" Target="/ppt/slides/slide5.xml" Id="R86f880ee5ab24709" /><Relationship Type="http://schemas.openxmlformats.org/officeDocument/2006/relationships/slide" Target="/ppt/slides/slide6.xml" Id="R25667630ec7844da" /><Relationship Type="http://schemas.openxmlformats.org/officeDocument/2006/relationships/slide" Target="/ppt/slides/slide7.xml" Id="R7d5bbc6507064b46" /><Relationship Type="http://schemas.openxmlformats.org/officeDocument/2006/relationships/slide" Target="/ppt/slides/slide8.xml" Id="R87224d5876e74cd6" /><Relationship Type="http://schemas.openxmlformats.org/officeDocument/2006/relationships/slide" Target="/ppt/slides/slide9.xml" Id="R432efaf6585e43a1" /><Relationship Type="http://schemas.openxmlformats.org/officeDocument/2006/relationships/slide" Target="/ppt/slides/slide10.xml" Id="R23278059c962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c9a1e7823842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bc2af0b19f48dd" /><Relationship Type="http://schemas.openxmlformats.org/officeDocument/2006/relationships/notesMaster" Target="/ppt/notesMasters/notesMaster1.xml" Id="Rf26bdef89f19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edc9890d7441f" /><Relationship Type="http://schemas.openxmlformats.org/officeDocument/2006/relationships/notesMaster" Target="/ppt/notesMasters/notesMaster1.xml" Id="R1b6d0d2327eb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da4dab34e74696" /><Relationship Type="http://schemas.openxmlformats.org/officeDocument/2006/relationships/notesMaster" Target="/ppt/notesMasters/notesMaster1.xml" Id="R21cc8fc3f4ea4b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e8292549ea4222" /><Relationship Type="http://schemas.openxmlformats.org/officeDocument/2006/relationships/notesMaster" Target="/ppt/notesMasters/notesMaster1.xml" Id="R54f9269e953a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ae3f00d124b33" /><Relationship Type="http://schemas.openxmlformats.org/officeDocument/2006/relationships/notesMaster" Target="/ppt/notesMasters/notesMaster1.xml" Id="R88ad102d5f254f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3f67e4178e4ce2" /><Relationship Type="http://schemas.openxmlformats.org/officeDocument/2006/relationships/notesMaster" Target="/ppt/notesMasters/notesMaster1.xml" Id="Re16802ea9b56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8f01541809440f" /><Relationship Type="http://schemas.openxmlformats.org/officeDocument/2006/relationships/notesMaster" Target="/ppt/notesMasters/notesMaster1.xml" Id="R2f32cd38bf7c43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60396253534c12" /><Relationship Type="http://schemas.openxmlformats.org/officeDocument/2006/relationships/notesMaster" Target="/ppt/notesMasters/notesMaster1.xml" Id="R87f874d6bad3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a398d7cb5349af" /><Relationship Type="http://schemas.openxmlformats.org/officeDocument/2006/relationships/notesMaster" Target="/ppt/notesMasters/notesMaster1.xml" Id="R803659b125c941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d3a539a9064e9e" /><Relationship Type="http://schemas.openxmlformats.org/officeDocument/2006/relationships/notesMaster" Target="/ppt/notesMasters/notesMaster1.xml" Id="R9590d1a8a28245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开场建议：先用一句话说明体验目标——用户只需要说出想吃什么，系统负责把语音变成可审计的 MCP 调用，最终把支付二维码交给浏览器。全套材料基于 EasyInput 当前代码、日志和一次真实未支付生产订单验证。没有自动付款。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讲解重点：把“语音订餐”拆成三个责任边界。模型负责理解和选择函数，客户端负责状态与安全，MCP 负责业务数据和订单动作。这样出现问题时可以快速判断是哪一层。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讲解重点：这张图是全场最重要的架构图。模型拿到的是高层动作，例如 mcd_search_products，不是完整 MCP 工具清单。Rust 负责把动作翻译成真实 MCP 调用，同时把敏感 token 留在 Keychain。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讲解重点：把 9 步讲成“数据逐步收敛”。前 6 步都是查询和计算；第 7 步是订单确认门；第 8 步产生真实订单，必须避免模型重复调用；第 9 步把支付交给用户。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讲解重点：Function Calling 不是让模型直接执行所有事情。模型每次只给出结构化参数，例如 index=2 或 mealCode=904825；客户端校验参数、调用 MCP、更新状态，再把结果返回模型继续对话。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讲解重点：这不是抽象的工程洁癖，而是本次排障的真实根因。地址少读 fullAddress 会造成配送误判；根节点解析错会让列表为空；价格单位混用会把 22 读成 0.22。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讲解重点：支付环节一定要把“生成支付入口”和“完成支付”分开。MVP 只负责把真实 payUrl 放进本地页面并展示二维码；不会替用户点击付款。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讲解重点：这里区分“链路可行性”和“活动价格一致性”。链路已经真实走通：查地址、查门店、查菜单、报价、创建订单、打开二维码。9.9 元不是当前 MCP 返回的数据，因此不能把两个渠道的价格混在一起。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讲解重点：日志不是“越多越好”，而是要能把用户话术映射到具体阶段。通过事件名可以判断请求卡在哪一步；通过脱敏 ID 可以复现数据链路，同时不泄露敏感信息。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收尾建议：把 MVP 定义为“验证链路”，而不是“替用户完成付款”。下一阶段优先做真实 Intel Mac 长会话、定制项交互、订单状态回查和生产监控。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c9db207e3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910ab0b704e60" /><Relationship Type="http://schemas.openxmlformats.org/officeDocument/2006/relationships/slideLayout" Target="/ppt/slideLayouts/slideLayout1.xml" Id="R69196a464730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196a464730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82b646cda48b1" /><Relationship Type="http://schemas.openxmlformats.org/officeDocument/2006/relationships/notesSlide" Target="/ppt/notesSlides/notesSlide1.xml" Id="Rf1928dd913b644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56b59fc3d4924" /><Relationship Type="http://schemas.openxmlformats.org/officeDocument/2006/relationships/notesSlide" Target="/ppt/notesSlides/notesSlide2.xml" Id="R474df180b71d4e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d4f2a5761449d" /><Relationship Type="http://schemas.openxmlformats.org/officeDocument/2006/relationships/notesSlide" Target="/ppt/notesSlides/notesSlide3.xml" Id="R50c2a17cb9ad48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6a1cba1314561" /><Relationship Type="http://schemas.openxmlformats.org/officeDocument/2006/relationships/notesSlide" Target="/ppt/notesSlides/notesSlide4.xml" Id="R8944b5ea70b349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2f79c7bae49d1" /><Relationship Type="http://schemas.openxmlformats.org/officeDocument/2006/relationships/notesSlide" Target="/ppt/notesSlides/notesSlide5.xml" Id="R5459431303dd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6c698f0204588" /><Relationship Type="http://schemas.openxmlformats.org/officeDocument/2006/relationships/notesSlide" Target="/ppt/notesSlides/notesSlide6.xml" Id="R775acc1e054a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082fd08914f25" /><Relationship Type="http://schemas.openxmlformats.org/officeDocument/2006/relationships/notesSlide" Target="/ppt/notesSlides/notesSlide7.xml" Id="R5c9736352d0644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17a73bfe640e6" /><Relationship Type="http://schemas.openxmlformats.org/officeDocument/2006/relationships/notesSlide" Target="/ppt/notesSlides/notesSlide8.xml" Id="R2114abcc2b9c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c7598a89a41e9" /><Relationship Type="http://schemas.openxmlformats.org/officeDocument/2006/relationships/notesSlide" Target="/ppt/notesSlides/notesSlide9.xml" Id="Ra5de81cf6e4548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48bc7ca5c43dd" /><Relationship Type="http://schemas.openxmlformats.org/officeDocument/2006/relationships/notesSlide" Target="/ppt/notesSlides/notesSlide10.xml" Id="R47a7324cefaf4a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446CC-3BBC-4102-BFA5-5AD47F79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72CA6-5F4A-4990-8EA0-6A9CDC44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8B017-3065-496D-97D3-21838795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EASYINPUT / MVP 交接材料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BA6C3-264F-4E71-A6B4-B035E20C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572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麦当劳 MCP</a:t>
            </a:r>
          </a:p>
          <a:p xmlns:a="http://schemas.openxmlformats.org/drawingml/2006/main">
            <a:pPr>
              <a:def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语音点餐实现与验证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2E706-ED78-441E-8985-F2A4F90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从一句话开始，经过多轮语音确认，最后在浏览器打开支付二维码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4E19A-599F-4785-A6C7-5CC2B849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125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CD6A2-B415-4702-9074-BD9236FC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5059F-3471-49DB-B53E-186C90E2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479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CFE1F-6144-4548-824D-FA180599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125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8FDD8-16AE-45F9-8768-34BF2C43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194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F71F7-E398-4341-B50B-2D68790F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71475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A09F9-D203-4F63-AA1F-B46D28F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62400"/>
            <a:ext cx="125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182EC-1E25-4C43-A0A3-73A624F3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86225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C320E-9ED2-484B-AA1C-A9BA3B7D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演讲版｜面向产品、研发与现场观众</a:t>
            </a:r>
          </a:p>
        </p:txBody>
      </p:sp>
    </p:spTree>
    <p:extLst>
      <p:ext uri="{BB962C8B-B14F-4D97-AF65-F5344CB8AC3E}">
        <p14:creationId xmlns:p14="http://schemas.microsoft.com/office/powerpoint/2010/main" val="1167191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F6CB2-2864-40B7-BF5C-A6DD3BB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01 / 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F4FF1-3130-4319-8E8E-AC00E908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用户只说一句话，系统完成一条可追踪的点餐链路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B3160-DD57-4A03-A29B-6ED7ABDA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C72FD-1627-4F94-8DF5-3F39DD3C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72F36-AC1F-4A4E-912A-0CDB718B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MVP 关心的是链路闭环：识别意图、逐步拿到数据、在关键动作前停下来确认。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45491-CE8B-4C4A-BA00-097A591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C7265-0662-4F2C-BC7A-7366C9A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8640A-A71D-4FDB-ACA4-1F325FFB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语音入口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39B47-5F31-4002-9446-28063CDF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实时语音模型识别用户表达，并决定是否调用高层函数。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D490B-B0CC-440A-97E6-CB31EAB7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D1020-7D68-44EA-ACDD-A1F1B2F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E2091-61B8-468E-BF12-A93CAA51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MCP 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40F8C-DCAD-4289-8CBF-172CECE8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9082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客户端把函数参数映射为麦当劳 MCP 请求，保存地址、门店、餐品和价格状态。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FA4BD-0566-4125-9052-19AAC234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238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9403E-ED88-4625-B0AB-949D3AF2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34EC4-2834-414F-8669-DF7E72D1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浏览器支付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3BFD6-E445-42A0-852E-9F03601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9082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创建订单后只展示支付二维码，支付动作仍由用户在手机上完成。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C97B9-DD11-4FD6-B708-DDC5DD4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622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CB27C-1BE0-47B3-B613-878ABA5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62275"/>
            <a:ext cx="428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911F1-F8FE-43B6-A744-0F073676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2964F-B0F5-4F80-B9D8-57D72FC8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MVP 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AA8FA-75BA-4BD8-B91A-B35C39C2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可行。最不确定的部分不是“能否调用 MCP”，而是多轮状态、字段归一化、价格单位和支付展示能否稳定衔接。</a:t>
            </a:r>
          </a:p>
        </p:txBody>
      </p:sp>
    </p:spTree>
    <p:extLst>
      <p:ext uri="{BB962C8B-B14F-4D97-AF65-F5344CB8AC3E}">
        <p14:creationId xmlns:p14="http://schemas.microsoft.com/office/powerpoint/2010/main" val="2145701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6B71E7-713C-4345-8793-5D0862FC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02 /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DE3B3-A08F-4029-820C-1DE28E61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一条语音链路，经过四层才到达支付二维码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71F95-E40F-4B80-82ED-37BF80D5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8A07F-F88B-4643-9F22-B17AED75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8CF6E-9065-47F5-9C26-516AAED9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B79EF-E980-4F7E-8CE9-4F3C5A97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3E13E-747B-42AE-BB08-CA663168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 / 麦克风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4C08C-F5E8-4273-8AAC-D3424387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说出目标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例如：我想点早餐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1A368-35FD-45EF-81C0-13E8FCA6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4231D-DAD1-4957-A82C-D040CDCA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21461-5615-4843-BAF3-5C8C2B41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实时模型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02B36-AF79-490E-8CDB-10CBB04C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ASR + Function Calling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决定下一步动作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7D333-819D-4481-9D2F-8E3E56B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32409-7B0A-45EF-B504-F0B5F5CB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B2C6D-07C7-4BE7-A460-0980881F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EasyInput 客户端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3F340-6DBA-4DD6-BA09-4B28D3C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Rust 状态机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参数校验 + 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E5915-D9BF-4F9F-9713-D3B3F4DC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B8F85-1662-4F8D-ABC1-94FD75A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54A2B-274C-45C8-92BD-824B8012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麦当劳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6A3E7-3523-4329-B8BA-7FA1D219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地址 / 门店 / 菜单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价格 / 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525A4-5185-41CA-8AD5-432CD126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676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464BB-AA26-4C9D-BD30-0D3F669A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119B6-70FA-47FD-8826-E8C4EB81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浏览器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2DA5D-09D9-4F2D-A4DC-1309D9C5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480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支付 H5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显示二维码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BC9E3-4143-489C-8411-2D7A5814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46DA5-BF57-4A63-9D2F-F943BA42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D0741-9D17-4FC5-8426-BCF8108E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7E167F-553A-440E-B6D5-DEC34F49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F26BE-C5AB-48CA-A139-0E4C380F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每一步都有 requestId、输入摘要、结果摘要和耗时，便于还原“模型说了什么、客户端做了什么、MCP 返回了什么”。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D156B-86D0-4750-92A4-EF6BD236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1B02B-123F-4A87-9A17-B8C5775A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模型不直接碰 token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8C602-59E9-4CE5-990A-3C9AAFC8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6F5438-B6FA-4F53-8A31-BF6C542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客户端不猜关键 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483197-EBEE-4D6B-AA81-EF8B3DA8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2AE4B9-E36D-40EF-9B6C-A506ECC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支付前必须确认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7F550-4EE4-495A-A72E-37A5F9DE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57850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E6984E-691E-4D49-8DD8-FD0ECD28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769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浏览器只做展示</a:t>
            </a:r>
          </a:p>
        </p:txBody>
      </p:sp>
    </p:spTree>
    <p:extLst>
      <p:ext uri="{BB962C8B-B14F-4D97-AF65-F5344CB8AC3E}">
        <p14:creationId xmlns:p14="http://schemas.microsoft.com/office/powerpoint/2010/main" val="1707002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5FABF3-030E-4271-B901-C876A76A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03 / 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CC8E3-0663-46B0-A6BE-72AF06FF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从开口到二维码：9 个步骤，2 个必须停下确认的门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85D60-A490-49A4-8F5A-AFDE5F1B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B21AF-E7B4-41BE-BB32-C386889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09587-63EA-4E8F-8F7B-2EC9DB67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3241D-680E-495C-9125-FB68F228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B3CAC-882D-4598-BFC5-1074391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2B6BA-E4F7-43EB-B07E-93E69A4E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启动会话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E550A-E970-4A77-B064-4208B2D5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加载 token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建立 MCP 会话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B4302-C232-4A26-B4FD-6336D25C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07DC1-49D9-48DC-8C22-8127BDAE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FD05C-E963-4690-9D9B-79688A01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214A5-D7C5-45BB-A594-95F276E5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7138C-409F-4925-B3B4-A2A14B40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读取地址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C9A6F-C515-43F7-8328-A0AA4F75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拿 fullAddress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让用户选序号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2816E-9770-4FC2-815A-CA724D41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89E87-0A5A-4064-BBD7-73D8449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32ED0-BDDA-4515-8E75-BBB416E9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9E7DC-F54C-480B-B8A9-EFD01B80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D7386-DACB-4C49-ABE5-C22D25A0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查询门店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31168-3DFC-483D-BFD5-F12F101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用地址查配送范围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选门店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BCA6E-2483-4BA5-A55D-48DE7389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681BE-56F2-4488-AE4C-698EA927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7DFE8-15BB-4297-B54D-0CEFCCD9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A8635-83C4-492B-9C73-1B069A87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386C9-8DC9-4697-B446-86D5F9A3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查询菜单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6811F-02CC-4C61-B0A1-743D8299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解析 meals 对象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返回可售餐品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DC4DD-0BA4-40EB-B8ED-0D72978E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C1E1E8-38ED-4356-B7DD-3291E85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E81C3-CF1C-4CE9-846F-A8503865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C97FF-191C-4E08-9209-FDD44B8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7BB86-30CB-47C4-81E8-480A8421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62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加入餐品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5A9BE8-5F01-4B56-80D1-63970CE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193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查详情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默认配置可直接加入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1AB3A8-37C6-49A4-AC17-3F9BB3BA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F9BCDB-9D2A-4F59-8C70-B6851A9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5E64A0-3B76-42D9-8B13-0DE19884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0A641F-80F7-4704-A4E5-3369151D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计算价格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780AC-4A37-4849-8F0B-B39FC1C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优惠券可跳过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统一按分计算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45778E-3043-4E9D-BDFF-B2F5BCBE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339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0F55FE-1E87-4148-836B-595B87A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3925B2-9FBB-47F1-951B-6E8E526F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930A9F-49CE-41E6-8B08-E1A77AD3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8EB364-4694-4864-AD0C-4D1B7D86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95B8AC-23F1-4396-AF2B-5A824A7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播报餐品、配送费、总价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等待明确同意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51320D-BEBA-400C-96B9-D2F54B6D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339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F7DC86-D61C-4CB0-A21B-43468639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6BBB31-77D1-4C33-84F8-133E406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D67641-48DA-4429-80B8-E7B7F6D6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E4B7A9-27ED-4330-BA47-C8BFDA6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创建订单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4A6974-84EC-4C76-A40C-C40F517E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调用 create-order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只做一次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482C6D-37D3-410A-A8CE-10358BE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2A169F-9466-45C1-BA5C-BB19038D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1809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F567AC-4AED-4D87-8123-F454F5B4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5FAFCD-B6D8-4092-ABE0-C29BD08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E99836-81F6-47B4-BA53-EE5DA40A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767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打开二维码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EA090C-8234-481D-844E-F27E9A41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339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本地 H5 页面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展示支付二维码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878CAB-3ED9-4FA6-B292-0987E6D2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确认门 1：餐品与价格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8C1013-820B-4801-BFF3-173471D3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1531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确认门 2：创建订单后不自动付款</a:t>
            </a:r>
          </a:p>
        </p:txBody>
      </p:sp>
    </p:spTree>
    <p:extLst>
      <p:ext uri="{BB962C8B-B14F-4D97-AF65-F5344CB8AC3E}">
        <p14:creationId xmlns:p14="http://schemas.microsoft.com/office/powerpoint/2010/main" val="1773475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699026-AE07-4E97-B738-EE12007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04 / FUNCTION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B5DEF-90EE-406D-AFD5-913861C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模型负责选择动作，客户端负责把动作做完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E7305-0B07-4062-9D4D-D529696F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D4E99-8D2D-4A56-8649-B103DB2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6064-0644-4A21-94E4-2B581330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6EAE6-EC60-48A7-A893-96C084CE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模型看到的 9 个高层函数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0CCB8-29C7-4C14-9210-3344E917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6328-1500-4BBC-8155-CACF4AAE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mcd_start_delivery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664F4-34C5-4A27-B92B-E4793C39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51F0F-F6DF-4C27-ACAE-768F9EC9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mcd_select_address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DC842-36C2-4165-BE03-26E79900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A2E6-BCFA-49A0-A6C0-3C7ACD5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mcd_select_store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6A995-9123-4620-80C4-3D774B42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8C2A8-E1BB-4D58-ACFE-15CF4898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mcd_search_products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845E2-752B-45C3-9025-D980FE44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3ABF7-3D1D-4A2E-B2D1-CDD9E4B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mcd_add_item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65CDE-F61A-4320-94CA-EC2A359A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052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23F65-01CF-44C3-8921-1154FAD2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mcd_quote_order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13907-7C9C-4828-95D1-0D6E9C6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73013-7CC8-401A-B862-EDA058ED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mcd_submit_order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7FA72-86F6-4CDF-9C3C-8D7BE694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1955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F7F5E-697F-43C4-86DD-918820F0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386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mcd_check_order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9367F-5E79-4013-9E5C-624F5FB9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02CEB-6D6D-4F6B-B397-6496064B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mcd_reset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3B6BC-E34B-40D1-8CD9-18E35DB0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56007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BF10B-87A3-4973-98A7-0F50A06F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客户端保存的状态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93EC2-2A04-41A4-9EDC-A153A6E5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3B8971-FA9D-49D0-9238-9FAD5C92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session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C7126-841A-4C06-BB99-321DB233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MCP sessionId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EC37C-072B-44A8-94DD-5BAB1429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318F0F-712E-4336-AD18-0F997451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address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21299-AD32-4A4C-91F2-3D2025D7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addressId + fullAddress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EB620-EA75-46D7-B871-362E8F3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ABD7D-BB8F-4040-B74F-C629AC1D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store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E4F1EA-6BAB-42BC-8CED-72AF867E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storeCode + beCode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F36B61-022D-4774-A801-AA9742AB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4173D9-91B1-42F6-8FBF-58C0CE55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meal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9D3F3D-024B-4C36-9D59-2B5E18F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mealCode + quantity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646BB3-EDC9-47D7-AD4A-F6179BC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32F33B-E0AA-49D2-8B74-952CDC30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quote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9DDECC-0C03-421A-B8D1-EA646EAC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商品价 + 配送费 + 总价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4B224F-6158-4871-83E1-5BFC0786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76700"/>
            <a:ext cx="228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D22620-1B41-4F9C-8639-D9E34EC3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529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order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C510A4-7A7C-4931-864D-9A12ED5F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orderNo + payUrl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B0B89F-297C-4706-89FA-F0E4144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用户只说“选 2”，系统也能继续，因为上一步已经保存了候选顺序。</a:t>
            </a:r>
          </a:p>
        </p:txBody>
      </p:sp>
    </p:spTree>
    <p:extLst>
      <p:ext uri="{BB962C8B-B14F-4D97-AF65-F5344CB8AC3E}">
        <p14:creationId xmlns:p14="http://schemas.microsoft.com/office/powerpoint/2010/main" val="1828397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BE38B5-A8D2-43A1-AC12-1C51AABF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05 / 调试关键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C78EE-DF12-4A2F-9230-9CEAC2B0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数据形状和单位不统一，最容易把正确链路变成错误提示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E22E1-25FB-460E-95C9-3B3836B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3F8BC-81FA-4BCA-8967-5F73CBBC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2BF19-9067-44BD-B9CB-8DDF8AD3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MVP 验证中，四个归一化点直接决定“能不能继续往下走”。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DBFA3-70FE-4888-8576-C749A53D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6DCD3-4335-4FB8-AEAF-62F1B0D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DDB30-0FCB-4F0D-9BA0-80AFC751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95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EDD0A-E74E-46E7-8999-893DDBAE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526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8625F-4B54-40D2-B3F1-C1909F98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3B25B-09C7-4E58-A473-D8C1DA64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实际字段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C0E0E-22F9-45A0-AB69-3C37E42D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98893-2D3A-42B0-B9EA-2738A164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处理方式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0E560-7787-4046-AC90-ECA93D4E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0A6DC-837F-4EC4-A25B-D33BB70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地址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6EC1B-71F9-430A-A60F-352FEBC2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A0F31-B1EF-4770-89A2-7E270D83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479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接口字段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6409D-789B-4AD5-8BA6-6AE7CCD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365D3-1ADA-4CDC-B9D0-F4DEBA32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fullAddress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3C4B8-D0C8-4DC2-A728-FA1A0C6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202DB-AA3F-4585-9911-E25FC34A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播报完整配送地址，避免只读昵称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C905E-C2AA-482A-8D49-4ABF2B25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F4E0E-7ADA-4241-9F0A-13434C6E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门店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472CC4-4137-4DA9-8433-0D9952A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575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96FC7-6D24-4C08-B55E-7324FB9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返回根节点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E0A9A-99C0-4F15-810C-307A7FFF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4A93B-7203-4383-9C83-76CEA572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71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stores 数组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7AF81-0DCD-40AC-B823-08AC7CDA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634633-8A6B-462C-8721-F08D6B6F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兼容对象包装，按序号映射 storeCode / beCode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497AA-F30B-4087-A699-FABB2595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22DF0-F3CC-4251-991C-76D8534B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菜单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041B2C-F5A2-4FA6-A695-20AA1343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814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AB6F0A-0A26-4CD2-B7D2-6379C16D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返回根节点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08CB21-8BD1-49A3-BDCE-77649A42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814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AFD01D-0FF3-4F18-9E16-A2505646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meals 对象 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8EB0F-F5B6-41DD-9F8B-740DCD06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16C559-B1A4-45AC-900C-7E755A63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先转数组再搜索和播报，保留 mealCode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E82FFB-5665-4DF4-8FC7-67C46BB7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238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8D0541-275B-4FBF-A255-4F10C82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价格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9804B7-CCB0-4C15-9EF4-AA1ED777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053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5DC790-7BE3-41A2-812D-7F4E2774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196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单位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A82C21-2970-4C65-B155-B46CEB05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053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BDBDA-3833-42DF-9B79-F32BED8A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196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菜单：元；报价：分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8EE898-7E27-4E7D-8545-CE510D32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053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88B221-022E-40B2-B9A6-8C2BA6A2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展示前统一 format_yuan，订单金额保持整数分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C37594-0437-42B8-95F3-611C2F1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381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EC5CB3-BAD2-4CCE-B38C-E25D4794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日志同时记录 raw currentPrice 与 formatted label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7C4B8A-AB6D-4256-98F7-D43AAD0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05500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6EE7C5-CD8C-4B90-8F06-83E2530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924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避免把 22 分误播成 0.22 元</a:t>
            </a:r>
          </a:p>
        </p:txBody>
      </p:sp>
    </p:spTree>
    <p:extLst>
      <p:ext uri="{BB962C8B-B14F-4D97-AF65-F5344CB8AC3E}">
        <p14:creationId xmlns:p14="http://schemas.microsoft.com/office/powerpoint/2010/main" val="1048711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9D49F-03DD-4FDF-8B6D-17C20BB8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06 / 安全边界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B8586-D90A-4036-83C1-6884B132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把不可逆动作放在用户可感知的确认门之后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0052F-5A8D-46C5-A89F-30D14F9C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A9147-5500-4555-8A02-278E414E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34C29-9FD5-4F78-9ABE-6640162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40D34-8C48-4BB8-BEDA-4920A508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B8318-681D-4B49-8792-DB5ABECE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DAE61-BB63-4032-A198-C591AB44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凭据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607F0-5FD7-457B-A10F-2A4D805B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Keychain 读取 MCP token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日志只保留脱敏摘要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57D7E-B959-4675-968C-A310D8F6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F8856-ADBD-4FBE-92F8-5A558B2C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191E7-8D25-4F54-8D5D-6DC8009E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AC007-86D7-40B5-A3B0-F4BD9D8E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D812F-EEE0-42EC-89AC-2120FC0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0E07D-68CE-4BAA-A8CD-35D2C25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只接受候选序号或已解析 ID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不让模型猜地址 / 门店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F9949-E773-4409-BF77-294A83CD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385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32242-FCFB-4AD6-B178-CBEC5E5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CEE02-2D10-4A6C-A39D-0E48E574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45A56-2775-4828-8BF1-47D42304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4696F-B3A5-4EA8-AC23-95BF942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订单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48915-8F2D-4A5E-9614-C9B93A0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播报餐品、费用、总价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用户明确同意才 create-order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BC22B-73D2-4271-8B12-7E4003B8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EF11E-0EB8-4B50-9D84-9B0F8B7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E0F6E-FA3C-4E7F-B1DB-7FDA7E05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1284F-703F-4512-9304-168E6AC8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0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F3219-637E-4D43-9677-C327EA16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909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支付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53DF1-ABE5-44A7-A7A1-BC094BE3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只打开支付 H5</a:t>
            </a:r>
          </a:p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不自动输入或支付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6EE14-EF0B-48BA-A408-C49747D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实际验证：创建过 1 笔未支付订单，支付二维码已打开；付款动作保留给用户。</a:t>
            </a:r>
          </a:p>
        </p:txBody>
      </p:sp>
    </p:spTree>
    <p:extLst>
      <p:ext uri="{BB962C8B-B14F-4D97-AF65-F5344CB8AC3E}">
        <p14:creationId xmlns:p14="http://schemas.microsoft.com/office/powerpoint/2010/main" val="415270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EB70AB-1F96-4578-954B-D767F25D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07 / 真实验证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7A60F-F6C4-4544-AEA4-9BCE1C75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MVP 已经走到真实订单与二维码，9.9 元促销不在当前 MCP 菜单里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24ACC-AF91-4FBB-9C97-EFB777C3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9D739-23CD-4BE6-92F9-FCA011D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21DC4-890B-4136-B286-F83A3FD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40998-998C-4D7E-9E73-DF169E97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07790-6975-458E-96D4-462F127A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DAE6E-119D-47CF-AF43-AF7A2F7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可配送门店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7A90D-AC9E-4213-9A11-BD4C0BAC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D20D-F84C-4746-87E1-BD4C5A7E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4B28F-4093-4924-8B64-5BA8281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7332E-2E8D-4345-AF3E-33A0E6CB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菜单餐品（示例门店）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3FA07-EA86-4D11-814B-02C3A335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C0F33-D1F9-4917-B5EF-B5D0F7B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84625-ABD3-4637-8E57-AF33B2D9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¥16.30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D441A-F8DB-41B0-835E-97F17EB8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真实未支付订单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17F30-AFD2-4636-A3E2-011E8598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8BF79-1782-4BC5-8A08-E4FC5957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40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6F5FB-1E80-4EAB-B5A2-5DFA1203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HTTP 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D423F-070F-4555-BFC1-ED5194EB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本地 QR 页面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3F779-2B7F-4B19-82A7-B5C9D55B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E4E5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14F2C-DB85-458F-AF98-BE121E78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验证结论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376FE-0865-45E0-958B-1A7ED9CB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“东南亚风味椰香鸡扒堡组合”在当前三个配送菜单中是 ¥19.90，报价为商品 ¥19.90 + 配送 ¥6.00 + 包装 ¥1.00 = ¥26.90。</a:t>
            </a:r>
          </a:p>
          <a:p xmlns:a="http://schemas.openxmlformats.org/drawingml/2006/main">
            <a:pPr>
              <a:def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手机看到的 ¥9.90 更可能属于另一渠道或活动口径，不能直接假设 MCP 也能下单。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FBF81-4AF7-4019-BDAC-53FDE209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订单号、token、完整地址在材料和日志中均做脱敏处理。</a:t>
            </a:r>
          </a:p>
        </p:txBody>
      </p:sp>
    </p:spTree>
    <p:extLst>
      <p:ext uri="{BB962C8B-B14F-4D97-AF65-F5344CB8AC3E}">
        <p14:creationId xmlns:p14="http://schemas.microsoft.com/office/powerpoint/2010/main" val="1344085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B61B9-FB6B-42B9-885D-0F8F930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08 / 排障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56719-4F0A-44FF-A9C5-035AA356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每个用户可见问题，都应该能在日志里找到对应的一步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25E41-0E65-4196-93A6-8874C6C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36358-C20B-4BB3-BAAB-A01AE425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8B8C3-5FD3-4652-8A8B-6C8265BE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CB6BC-6502-44BC-A8BF-43F1AED5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25213-CF99-49C9-9E21-5EB686D7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483E0-1418-411B-A587-E8FEB8F1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关键日志事件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CF6CE-3E3E-41F7-B601-A4FBC825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453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831CA-6510-4969-9806-7451127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669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下一步动作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AAE2C-8342-4D20-8F48-8FC6D1A1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54CC5-C0C6-41E7-997D-7A1AA219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有门店却提示无配送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F131B-35DF-4594-98AD-60F88A29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01648-BA80-4633-B0C5-4BC27234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mcd.address.selected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5326A-C292-4D45-91FC-D743E9C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479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3CC11-101C-46A3-BA9C-43908030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确认 fullAddress、beType=2、storeCode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F2532-F328-4B23-A163-6DA425BD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858B3-4E23-4D1B-9932-C7320A78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价格播报成 0.22 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774AA-CFDF-4089-A580-B23D5865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5C616-72A9-4A33-A316-2F1A6231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mcd.meals.loaded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739B0-D79C-461B-AB60-0BFA2A10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FBA6B-1710-4FE1-95F9-F66F3402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对照 raw currentPrice 与报价 cents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45A84-3CED-40A8-8088-D3CE733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62F54-DE4C-4329-87F3-57D60796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每个餐品都说要定制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B1770-8A60-40E4-8EA8-710FD082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AD9FA-B4A2-4A1C-AA93-F9DE43F9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29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mcd.product.detail_loaded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7EE3E-D4A9-44D7-8F53-2999AF35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957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466F5-34CC-4C59-A018-6F070FDF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检查 rounds、必选项和默认值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24BA-984B-457A-A56D-0D7F1218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9EFD55-405F-414C-81A1-9E23D7E9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二维码偶发 404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5AAFA-F5D4-4195-8A2D-6CBBCCF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37A12-E644-4E71-926B-2DB63BC2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529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68AAD"/>
                </a:solidFill>
                <a:latin typeface="Helvetica Neue"/>
                <a:ea typeface="Helvetica Neue"/>
                <a:cs typeface="Helvetica Neue"/>
              </a:rPr>
              <a:t>payment.server.request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1318D-FC45-40A8-97C0-C759F275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19600"/>
            <a:ext cx="453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5EC4C-C0DB-4A46-9686-A158B0E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读取完整 HTTP 头，再返回 no-store 页面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A5989-9A8C-4EF2-BCDC-7E5F870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5F3F7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BCEAE4-E1C3-4EB5-B8B6-636C53AB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032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日志原则：记录事件名、requestId、阶段、关键 ID、结果摘要和耗时；不记录 token、完整 payUrl 或完整个人地址。</a:t>
            </a:r>
          </a:p>
        </p:txBody>
      </p:sp>
    </p:spTree>
    <p:extLst>
      <p:ext uri="{BB962C8B-B14F-4D97-AF65-F5344CB8AC3E}">
        <p14:creationId xmlns:p14="http://schemas.microsoft.com/office/powerpoint/2010/main" val="1773476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81967B-4D10-4F93-9F7A-F5FFB60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09 / 交付边界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EFB33-D79E-4975-94F4-08567201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当前 MVP 证明了链路，下一阶段补齐体验与运营能力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A7E7A-9721-4FDE-9307-B926D36A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922CA-701C-4DFC-929C-AE3C9BC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C68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42B47-4F68-4C6E-971C-DB328C2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E5F2EA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97CDF-F1CB-4303-9336-E2E52261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现在已经能做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3B8C6-2391-4384-ABCA-2162BFB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4A98C-BBC1-4254-A4C5-A04B1AFE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用实时语音驱动高层 Function Calling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CF09B-4E07-4F8F-B00D-52DF2B9F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AE4BC-2630-4D06-BBD8-E66295A6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读取保存地址并选择可配送门店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C1B14-3228-45EF-95C9-F3F7F334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DA076-5742-44A2-941B-23EA7AB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搜索、加入默认配置餐品并计算价格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B496D-1B57-4DBC-AA7D-19E49A3F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4CEE9-0176-430D-A340-01E3A72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创建一次真实订单并在浏览器展示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E572F-0396-4418-A344-2C17C7AE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E8B57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65CD4-5D78-4FE2-B5FE-3CD4614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用 JSONL 事件日志定位关键链路问题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0721D-DA9B-4226-8DA1-875E34D9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4102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D8D4C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54AB2-BD70-44E5-8DA6-9919044E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还需要补齐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A6EB8-31DF-4E56-81FD-B45D2212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DF174-26C6-4BE0-98D9-E37DC62F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语音逐项定制餐品与缺省值回填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0AF07-0B27-4AAE-A0EE-FD339E26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7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739AB-C0D1-4860-8E1E-62506C73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优惠券与多渠道价格解释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510CB-642C-4F84-B09F-C6C7611B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08679-30D4-44AA-BC47-40A09C07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订单过期、取消与状态回查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5A262-CD6E-496D-AF9F-059D712E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57C69-F5CE-46B4-BF77-386BFBA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Intel Mac 实机麦克风、权限与长会话压测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E19A85-1371-48B9-9EEC-33BF700E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51E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460AC3-01AA-4007-BD71-97F4B60F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生产支付页域名、证书与监控策略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CC420-1A4A-45B1-991D-43C701D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51E2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A53944-3B4D-4EDD-88A0-843D82C4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一句话带走：语音负责理解，客户端负责安全和状态，MCP 负责业务，浏览器负责把支付交给用户。</a:t>
            </a:r>
          </a:p>
        </p:txBody>
      </p:sp>
    </p:spTree>
    <p:extLst>
      <p:ext uri="{BB962C8B-B14F-4D97-AF65-F5344CB8AC3E}">
        <p14:creationId xmlns:p14="http://schemas.microsoft.com/office/powerpoint/2010/main" val="672291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2026-09-06T04:40:49.6950000Z</dcterms:created>
  <dcterms:modified xsi:type="dcterms:W3CDTF">2026-09-06T04:40:49.6950000Z</dcterms:modified>
</coreProperties>
</file>