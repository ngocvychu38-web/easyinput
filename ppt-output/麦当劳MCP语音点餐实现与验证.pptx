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bbbaff4ce49f4" /><Relationship Type="http://schemas.openxmlformats.org/officeDocument/2006/relationships/extended-properties" Target="/docProps/app.xml" Id="Rb8819e8b122740c0" /><Relationship Type="http://schemas.openxmlformats.org/officeDocument/2006/relationships/officeDocument" Target="/ppt/presentation.xml" Id="Rf1630dbffe104c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cb0eb475af42ea"/>
  </p:sldMasterIdLst>
  <p:notesMasterIdLst>
    <p:notesMasterId xmlns:r="http://schemas.openxmlformats.org/officeDocument/2006/relationships" r:id="Rc853b755b8f64848"/>
  </p:notesMasterIdLst>
  <p:sldIdLst>
    <p:sldId xmlns:r="http://schemas.openxmlformats.org/officeDocument/2006/relationships" id="256" r:id="R3d82c4adda484752"/>
    <p:sldId xmlns:r="http://schemas.openxmlformats.org/officeDocument/2006/relationships" id="257" r:id="Rd1dd6a7398a94665"/>
    <p:sldId xmlns:r="http://schemas.openxmlformats.org/officeDocument/2006/relationships" id="258" r:id="Re21d5ed23b5947bf"/>
    <p:sldId xmlns:r="http://schemas.openxmlformats.org/officeDocument/2006/relationships" id="259" r:id="Rd29b40c9ba664fad"/>
    <p:sldId xmlns:r="http://schemas.openxmlformats.org/officeDocument/2006/relationships" id="260" r:id="R65a3e7dda8ff462d"/>
    <p:sldId xmlns:r="http://schemas.openxmlformats.org/officeDocument/2006/relationships" id="261" r:id="Ra75aea75e63a46d5"/>
    <p:sldId xmlns:r="http://schemas.openxmlformats.org/officeDocument/2006/relationships" id="262" r:id="Rc59a7d61b3ae4d69"/>
    <p:sldId xmlns:r="http://schemas.openxmlformats.org/officeDocument/2006/relationships" id="263" r:id="R252444ccc2134227"/>
    <p:sldId xmlns:r="http://schemas.openxmlformats.org/officeDocument/2006/relationships" id="264" r:id="R2a7d6c6f5ea94d4f"/>
    <p:sldId xmlns:r="http://schemas.openxmlformats.org/officeDocument/2006/relationships" id="265" r:id="Rf76a6ec604c44e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521c8a90934249" /><Relationship Type="http://schemas.openxmlformats.org/officeDocument/2006/relationships/slideMaster" Target="/ppt/slideMasters/slideMaster1.xml" Id="R1acb0eb475af42ea" /><Relationship Type="http://schemas.openxmlformats.org/officeDocument/2006/relationships/notesMaster" Target="/ppt/notesMasters/notesMaster1.xml" Id="Rc853b755b8f64848" /><Relationship Type="http://schemas.openxmlformats.org/officeDocument/2006/relationships/presProps" Target="/ppt/presProps.xml" Id="Rca7a30cc040e4ffe" /><Relationship Type="http://schemas.openxmlformats.org/officeDocument/2006/relationships/tableStyles" Target="/ppt/tableStyles.xml" Id="Re0efc05a134642c4" /><Relationship Type="http://schemas.openxmlformats.org/officeDocument/2006/relationships/slide" Target="/ppt/slides/slide1.xml" Id="R3d82c4adda484752" /><Relationship Type="http://schemas.openxmlformats.org/officeDocument/2006/relationships/slide" Target="/ppt/slides/slide2.xml" Id="Rd1dd6a7398a94665" /><Relationship Type="http://schemas.openxmlformats.org/officeDocument/2006/relationships/slide" Target="/ppt/slides/slide3.xml" Id="Re21d5ed23b5947bf" /><Relationship Type="http://schemas.openxmlformats.org/officeDocument/2006/relationships/slide" Target="/ppt/slides/slide4.xml" Id="Rd29b40c9ba664fad" /><Relationship Type="http://schemas.openxmlformats.org/officeDocument/2006/relationships/slide" Target="/ppt/slides/slide5.xml" Id="R65a3e7dda8ff462d" /><Relationship Type="http://schemas.openxmlformats.org/officeDocument/2006/relationships/slide" Target="/ppt/slides/slide6.xml" Id="Ra75aea75e63a46d5" /><Relationship Type="http://schemas.openxmlformats.org/officeDocument/2006/relationships/slide" Target="/ppt/slides/slide7.xml" Id="Rc59a7d61b3ae4d69" /><Relationship Type="http://schemas.openxmlformats.org/officeDocument/2006/relationships/slide" Target="/ppt/slides/slide8.xml" Id="R252444ccc2134227" /><Relationship Type="http://schemas.openxmlformats.org/officeDocument/2006/relationships/slide" Target="/ppt/slides/slide9.xml" Id="R2a7d6c6f5ea94d4f" /><Relationship Type="http://schemas.openxmlformats.org/officeDocument/2006/relationships/slide" Target="/ppt/slides/slide10.xml" Id="Rf76a6ec604c44e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21ffe2dd342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dcad72a5e04dd9" /><Relationship Type="http://schemas.openxmlformats.org/officeDocument/2006/relationships/notesMaster" Target="/ppt/notesMasters/notesMaster1.xml" Id="Re09d5c3ff16f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20cf434ce947ba" /><Relationship Type="http://schemas.openxmlformats.org/officeDocument/2006/relationships/notesMaster" Target="/ppt/notesMasters/notesMaster1.xml" Id="R50db290a3e2147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d9597865a4db3" /><Relationship Type="http://schemas.openxmlformats.org/officeDocument/2006/relationships/notesMaster" Target="/ppt/notesMasters/notesMaster1.xml" Id="Rb19c15cf9c5645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a86b775b92413a" /><Relationship Type="http://schemas.openxmlformats.org/officeDocument/2006/relationships/notesMaster" Target="/ppt/notesMasters/notesMaster1.xml" Id="Rd8d21aeab08844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104fcd57af4d0b" /><Relationship Type="http://schemas.openxmlformats.org/officeDocument/2006/relationships/notesMaster" Target="/ppt/notesMasters/notesMaster1.xml" Id="Ra540e922833f47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fed792eba84a17" /><Relationship Type="http://schemas.openxmlformats.org/officeDocument/2006/relationships/notesMaster" Target="/ppt/notesMasters/notesMaster1.xml" Id="R0a00dca8f8134d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93f49314fe40b8" /><Relationship Type="http://schemas.openxmlformats.org/officeDocument/2006/relationships/notesMaster" Target="/ppt/notesMasters/notesMaster1.xml" Id="Radf7e233960f4c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f53312fb6444e2" /><Relationship Type="http://schemas.openxmlformats.org/officeDocument/2006/relationships/notesMaster" Target="/ppt/notesMasters/notesMaster1.xml" Id="R4cc38051de734d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d3e10915414dbb" /><Relationship Type="http://schemas.openxmlformats.org/officeDocument/2006/relationships/notesMaster" Target="/ppt/notesMasters/notesMaster1.xml" Id="R173f151546e040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2454da15d24f1d" /><Relationship Type="http://schemas.openxmlformats.org/officeDocument/2006/relationships/notesMaster" Target="/ppt/notesMasters/notesMaster1.xml" Id="R7649c0d3596248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开场建议：先用一句话说明体验目标——用户只需要说出想吃什么，系统负责把语音变成可审计的 MCP 调用，最终把支付二维码交给浏览器。全套材料基于 EasyInput 当前代码、日志和一次真实未支付生产订单验证。没有自动付款。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讲解重点：把“语音订餐”拆成三个责任边界。模型负责理解和选择函数，客户端负责状态与安全，MCP 负责业务数据和订单动作。这样出现问题时可以快速判断是哪一层。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讲解重点：这张图是全场最重要的架构图。模型拿到的是高层动作，例如 mcd_search_products，不是完整 MCP 工具清单。Rust 负责把动作翻译成真实 MCP 调用，同时把敏感 token 留在 Keychain。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讲解重点：把 9 步讲成“数据逐步收敛”。前 6 步都是查询和计算；第 7 步是订单确认门；第 8 步产生真实订单，必须避免模型重复调用；第 9 步把支付交给用户。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讲解重点：Function Calling 不是让模型直接执行所有事情。模型每次只给出结构化参数，例如 index=2 或 mealCode=904825；客户端校验参数、调用 MCP、更新状态，再把结果返回模型继续对话。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讲解重点：这不是抽象的工程洁癖，而是本次排障的真实根因。地址少读 fullAddress 会造成配送误判；根节点解析错会让列表为空；价格单位混用会把 22 读成 0.22。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讲解重点：支付环节一定要把“生成支付入口”和“完成支付”分开。MVP 只负责把真实 payUrl 放进本地页面并展示二维码；不会替用户点击付款。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讲解重点：这里区分“链路可行性”和“活动价格一致性”。链路已经真实走通：查地址、查门店、查菜单、报价、创建订单、打开二维码。9.9 元不是当前 MCP 返回的数据，因此不能把两个渠道的价格混在一起。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讲解重点：日志不是“越多越好”，而是要能把用户话术映射到具体阶段。通过事件名可以判断请求卡在哪一步；通过脱敏 ID 可以复现数据链路，同时不泄露敏感信息。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收尾建议：把 MVP 定义为“验证链路”，而不是“替用户完成付款”。下一阶段优先做真实 Intel Mac 长会话、定制项交互、订单状态回查和生产监控。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f9e9aae0847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82a4f747174e27" /><Relationship Type="http://schemas.openxmlformats.org/officeDocument/2006/relationships/slideLayout" Target="/ppt/slideLayouts/slideLayout1.xml" Id="R25aed795c8d246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aed795c8d246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89aec40d84f66" /><Relationship Type="http://schemas.openxmlformats.org/officeDocument/2006/relationships/notesSlide" Target="/ppt/notesSlides/notesSlide1.xml" Id="R15a3697a4c5d4c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b117384964e6f" /><Relationship Type="http://schemas.openxmlformats.org/officeDocument/2006/relationships/notesSlide" Target="/ppt/notesSlides/notesSlide2.xml" Id="Rccb85aaab9a748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a5ac7fcd84842" /><Relationship Type="http://schemas.openxmlformats.org/officeDocument/2006/relationships/notesSlide" Target="/ppt/notesSlides/notesSlide3.xml" Id="R6afcfd34c0404c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d2f6509c64669" /><Relationship Type="http://schemas.openxmlformats.org/officeDocument/2006/relationships/notesSlide" Target="/ppt/notesSlides/notesSlide4.xml" Id="Rc73a320a6e98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7e8e9228346a6" /><Relationship Type="http://schemas.openxmlformats.org/officeDocument/2006/relationships/notesSlide" Target="/ppt/notesSlides/notesSlide5.xml" Id="Rf7368059c8264a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af18bd8a244a6" /><Relationship Type="http://schemas.openxmlformats.org/officeDocument/2006/relationships/notesSlide" Target="/ppt/notesSlides/notesSlide6.xml" Id="Re32354b833c849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de2f7d3e9499d" /><Relationship Type="http://schemas.openxmlformats.org/officeDocument/2006/relationships/notesSlide" Target="/ppt/notesSlides/notesSlide7.xml" Id="R591d277a8e324e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1e23836674a18" /><Relationship Type="http://schemas.openxmlformats.org/officeDocument/2006/relationships/notesSlide" Target="/ppt/notesSlides/notesSlide8.xml" Id="Re9846abd1f5048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6cbe401a9417e" /><Relationship Type="http://schemas.openxmlformats.org/officeDocument/2006/relationships/notesSlide" Target="/ppt/notesSlides/notesSlide9.xml" Id="Rc5a75cae018844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86bfb7b5949dd" /><Relationship Type="http://schemas.openxmlformats.org/officeDocument/2006/relationships/notesSlide" Target="/ppt/notesSlides/notesSlide10.xml" Id="Re0707d57d50b4e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97E4C-355C-4CED-8CF6-8ACEA10D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7410F-5A71-495D-9BC4-965C9BA2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90B54-EADE-44E6-A205-D6746D72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EASYINPUT / MVP 交接材料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7D2F3-2DE2-4D82-B0A8-2E83C51F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572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麦当劳 MCP</a:t>
            </a:r>
          </a:p>
          <a:p xmlns:a="http://schemas.openxmlformats.org/drawingml/2006/main">
            <a:pPr>
              <a:defRPr sz="40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语音点餐实现与验证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E9BA1-C161-4437-82C9-393DF1E9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从一句话开始，经过多轮语音确认，最后在浏览器打开支付二维码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409FD-2D7A-4275-8D17-634EC7B9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1257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A5C65-EE21-4972-A448-AD61785A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28A15-2DCA-48FE-9C1F-0C648FED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479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AD25C-8809-4D37-88EF-D2F36BA3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1257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BA6CC-EEF4-4C7A-963A-F3C03BD9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194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DF8A6-8444-4E63-B8B8-697C8547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7147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6D3D8-E05B-47CF-9D84-A0F6C482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62400"/>
            <a:ext cx="1257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BF74E-5B59-492C-BA90-83678E7D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862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9073A-7174-4FB8-A986-CAABD186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演讲版｜面向产品、研发与现场观众</a:t>
            </a:r>
          </a:p>
        </p:txBody>
      </p:sp>
    </p:spTree>
    <p:extLst>
      <p:ext uri="{BB962C8B-B14F-4D97-AF65-F5344CB8AC3E}">
        <p14:creationId xmlns:p14="http://schemas.microsoft.com/office/powerpoint/2010/main" val="411285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3D2EE-0217-49F6-8B6F-41C92BA5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01 / 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52BE6-4060-4DB3-9108-1B112687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用户只说一句话，系统完成一条可追踪的点餐链路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394B6-85B4-4088-A06A-283DD6F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8CDC9-2E13-4D5C-8216-BCB88C0C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22D87-4E9B-4B74-956B-E8E0FEA0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MVP 关心的是链路闭环：识别意图、逐步拿到数据、在关键动作前停下来确认。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BAD7D-1C4C-45E6-8BF3-290E7DBA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1244C-F1BE-4AC5-8EA2-52AB63DA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3AD53-E473-423A-8270-72E0850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语音入口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31406-842E-4AB4-809F-3A66964F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实时语音模型识别用户表达，并决定是否调用高层函数。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9E339-564B-445E-90B8-432926ED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5BB6D-6464-47B4-8862-B4B0ED41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F0015-1785-4642-BE7A-4A5D31A4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MCP 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77692-4A0F-4779-B3A9-709DB5A1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9082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客户端把函数参数映射为麦当劳 MCP 请求，保存地址、门店、餐品和价格状态。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1A2E2-2B5E-4D1D-8537-2A7DD666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238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2F56E-A114-4B20-BC57-13B20E74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D5933-2F20-482A-B6DB-46FB8E21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浏览器支付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F63E3-E9AB-4C2C-BD27-C03424D8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9082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创建订单后只展示支付二维码，支付动作仍由用户在手机上完成。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02E64-6FE2-4148-BB1D-9156A7AD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622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882FC-6FBD-401E-BF71-A2B28D62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622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9CC1E-1C6E-4F4D-9475-2FD4E8DC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117BD-C44C-4126-85BA-D0868E95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MVP 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C471A-E878-4EA3-B580-9089ACC3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可行。最不确定的部分不是“能否调用 MCP”，而是多轮状态、字段归一化、价格单位和支付展示能否稳定衔接。</a:t>
            </a:r>
          </a:p>
        </p:txBody>
      </p:sp>
    </p:spTree>
    <p:extLst>
      <p:ext uri="{BB962C8B-B14F-4D97-AF65-F5344CB8AC3E}">
        <p14:creationId xmlns:p14="http://schemas.microsoft.com/office/powerpoint/2010/main" val="172701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8FBC31-187E-4201-B9B6-FC886570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02 /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D2AF9-17B2-4A19-901D-7FBC9C4A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一条语音链路，经过四层才到达支付二维码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0B122-2AB2-4002-8C87-59757AF6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F1F67-5014-49B1-A1E5-6B54A084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38640-40BE-42AA-84CF-128F0918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4D9C8-CDF1-4B96-B304-B0E26012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A35AD-3AE8-42E6-A853-0C96C4F7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用户 / 麦克风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3475E-6246-4CEC-9427-9F9C082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说出目标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例如：我想点早餐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9C779-2780-427B-9277-450FC511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63856-D0D6-4627-B550-BA9C8855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C2C93-3CEB-4715-940A-02EC9E39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实时模型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A790E-1A12-4FE9-8301-4A4429F0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ASR + Function Calling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决定下一步动作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5192B-DCB3-4B1D-96ED-310F6E7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885F3-5FD2-4F52-89A3-C858F74E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5C020-F482-42B6-A961-B4761C61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EasyInput 客户端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26823-50F1-4959-ADCC-931682D2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Rust 状态机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参数校验 + 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2E8AF-CAF4-49A9-9457-DB828889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F7798-0579-4543-80E0-B9CCF628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64BFD-B229-4CFE-8ED5-8976A375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麦当劳 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EB82F-E888-4F83-AADB-52D2AC14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地址 / 门店 / 菜单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价格 / 订单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4C490-2205-4654-8399-913F2B56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40D29-F39E-48A0-BBA1-9DD4CABA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F88F2-3387-4003-AD37-88CBFEB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浏览器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D7BB4-EC22-441E-BFE4-C60AC7A7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支付 H5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显示二维码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D68CF-D976-4745-A5FA-E461EC73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718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32508-B854-45BB-86A0-3FFE6582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14F02-933C-46E4-B809-4B628020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6EECE-EFE5-4D19-AA8E-7774699B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D76D65-9B05-4801-96AD-CA69D1CB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每一步都有 requestId、输入摘要、结果摘要和耗时，便于还原“模型说了什么、客户端做了什么、MCP 返回了什么”。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41E8EA-E82C-4912-9B75-F9D3C3BF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0E3129-4BB8-429E-A541-8D2360F8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模型不直接碰 token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FE0786-5C9E-426C-9DC7-E4A9A1C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57850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705414-A7DC-4D84-B854-66037A5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76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客户端不猜关键 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C07E42-6900-457B-B933-149AF117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57850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72B33C-10E0-494C-9C33-CED0E257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76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支付前必须确认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7ACDC5-EBBD-45B3-899D-11DBB361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57850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9644FD-8D2E-4577-B1A6-0030AEF5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76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浏览器只做展示</a:t>
            </a:r>
          </a:p>
        </p:txBody>
      </p:sp>
    </p:spTree>
    <p:extLst>
      <p:ext uri="{BB962C8B-B14F-4D97-AF65-F5344CB8AC3E}">
        <p14:creationId xmlns:p14="http://schemas.microsoft.com/office/powerpoint/2010/main" val="1646110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DAEA0C-E222-4239-85E8-E6BF86A5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03 / 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88043-660F-499B-8F8C-99F52F6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从开口到二维码：9 个步骤，2 个必须停下确认的门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FF9F4-8F1A-4550-B170-04B4BB0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73D95-A2EA-43A5-9120-1B3670BE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C63D5-46D1-4782-9413-8A5B4EFC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B5AAA-4557-4FDD-A33D-EAD52C21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4BF18-1F87-4D67-AA9A-FA451EB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9F4C1-39A3-4473-8641-502D390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启动会话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E2D52-3439-4103-A871-AA2C822B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加载 token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建立 MCP 会话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FDE1F-98C4-4014-AC5C-029EE10F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193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C561C-58F8-4EF6-97F9-0958E852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C6216-4F7E-4C4C-8B6F-8CB92104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E9281-3409-4033-8244-7E84CC63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D6642-316C-4919-A2E5-DBC2CD2E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读取地址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6D240-23C2-4CC2-9FD8-6BFC326A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拿 fullAddress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让用户选序号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3484F-C856-4A60-B87F-D936B10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54971-7C4A-4775-98ED-A431395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873AD-A3CA-48A6-AFFE-8467B2C9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39B6E-BEF2-4340-99E5-A585FF5D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A16A0-1BEE-4DAE-9100-9BE5868D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查询门店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AA06D-C2FD-460A-AB73-9D2BBBCF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用地址查配送范围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选门店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A5681-88BE-4100-88E4-9CCCCB01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7C61D-ED3E-4D53-848C-1DBC8CDE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E176F-83F1-4F56-BA41-336761FF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9CF7C-9E7A-4D36-A402-B6D02D82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42BA6-0F60-48E7-B41C-CC8F8E0B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查询菜单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0D792-7F7E-424E-9CE9-3356D8E6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解析 meals 对象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返回可售餐品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0BC3E-BC45-45C7-BF17-01DD81D0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7EECA-0B5F-479A-842B-A220F11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F3754-E586-4C60-A26D-5BF4A68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0D1556-52DD-4203-9ACE-DE7C90AE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476868-DD6E-4EA2-9A5D-C92AB34E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加入餐品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3A4F07-016A-4622-999D-945BA62E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查详情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默认配置可直接加入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FF1B67-117C-4380-BDB3-A460AF03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E42396-F682-4DE3-8B27-47BF4040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88BE3-2A01-42FE-8C11-4CE70AC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3B7DB3-1717-4EFB-AC05-329D1EAC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计算价格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D046D0-E5EE-4A34-ACC9-246CA665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优惠券可跳过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统一按分计算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D9B976-4367-453D-8C0E-46531EDF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339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14A716-2C45-4034-91B0-1D0C009B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2430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95CEE0-F1E0-4ADA-B405-2981AA06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785712-5A68-4CA2-BC61-A7E61801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17FE8F-6E8A-44AE-B3FA-DF58C809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76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用户确认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584C80-41E1-4D63-A341-2079630E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339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播报餐品、配送费、总价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等待明确同意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DBD389-52BB-4628-BE7F-8C892CF7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339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086937-5EB1-446B-B0AA-FC41903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2430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3D2A09-038C-4925-A37C-567B5D9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199627-8F3F-4646-B067-55397965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ED13DA-3640-43E5-941D-E88F8DD9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76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创建订单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D35A75-AEC2-4661-B1C9-6137B600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339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调用 create-order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只做一次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52516E-1F81-4999-AEAE-767786E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1ED5A1-47B6-4AB4-ACC3-A7562E2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543761-DD37-4C61-9F24-A70842E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2CD6E6-1A55-4A1B-A64A-85340513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77D8A5-7678-479D-980B-70E97A2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76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打开二维码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A67103-9E86-497F-8B56-3BB03F61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339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本地 H5 页面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展示支付二维码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2FC48D-CCD6-475A-B31C-3E65A1E8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确认门 1：餐品与价格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8A1E34-DD13-4B46-8A6C-E0CE1D5E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1531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确认门 2：创建订单后不自动付款</a:t>
            </a:r>
          </a:p>
        </p:txBody>
      </p:sp>
    </p:spTree>
    <p:extLst>
      <p:ext uri="{BB962C8B-B14F-4D97-AF65-F5344CB8AC3E}">
        <p14:creationId xmlns:p14="http://schemas.microsoft.com/office/powerpoint/2010/main" val="1513771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F93FA7-A86C-4C03-8B83-01A6E3F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04 / FUNCTION CALLING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16B15-24C3-494E-8DD6-2DC1AF45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模型负责选择动作，客户端负责把动作做完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81CBB-4D4B-494D-BC11-6A3CAC9B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32384-F0E1-4B97-B14C-223A44D6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E5BEF-FDA1-4AD3-B0C0-FBA9FF6C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43348-392F-4250-A07F-F6C2CF04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模型看到的 9 个高层函数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54509-5D60-4B02-B9A1-3E7BAAA7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4EF9E-D773-4745-B01C-39F7C44D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mcd_开始配送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2161D-4A60-4E62-95F9-F0F96CB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BFE29-B4DB-4E16-9BB4-F7806BC2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mcd_选择地址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AEAB0-B181-44D9-85C2-F7DFBE5D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E8CDD-A164-4E0F-BD42-8840B5B3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mcd_选择门店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E3D7A-195B-413D-9ABA-25E41EA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908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A0C3A-7DDA-4794-9AFC-D502EF67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99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mcd_搜索餐品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5AC5A-7DC9-4419-970D-4012EA0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67DF5-C09F-45C1-8CC1-1557A3B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mcd_加入餐品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30BAD-4B5E-4806-BFF9-BC137F8F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052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5D31C-DC05-4016-A9F8-B8354EB8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mcd_计算价格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8657B-74BC-4B8C-ADDC-A14BD675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1AE02-FDB0-4E06-91C6-520839EF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mcd_提交订单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C99E2-40B6-4A4B-82BC-C50AB5C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195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227D2-386C-4A5A-91A0-ECC9475A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386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mcd_查询订单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9A851-2687-4679-9F79-58835F3C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61152-7E50-4E41-A5EA-4EC9305C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mcd_重置会话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41159-4E4C-4EE0-8EAB-CDBC9B9F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56007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A68D9-3CD3-4AA1-9B84-A267E256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客户端保存的状态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3F822-B90B-4C1E-9DC0-686CAC96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90535E-0A2B-4C38-ADC2-9510D011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AA794-2FA1-4194-8D4B-217B513F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MCP sessionId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F8247-7898-4D20-9297-0AE0112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5B03C5-9842-4D7E-8114-641EBB9B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address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820C62-D36D-4F54-ADB0-E166F595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addressId + fullAddress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EB0F6D-A1DF-4633-8C53-22ED6528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25B444-FB72-494D-B054-59186687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store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FC931B-3848-4DA6-BEA4-D7045D25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storeCode + beCode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8B3664-7D5C-451F-B057-B4B6B342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5997F8-525F-412B-87FE-49A2C2AA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meal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A7FE41-C6DF-4170-811E-3F60C84B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mealCode + quantity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8CBB64-E42E-4D5F-9D70-946679A8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6EBFEB-EA4E-4D59-9665-1539EF61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quote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7869AE-C3FD-49E6-B9CA-AA7FDE2D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商品价 + 配送费 + 总价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E47DFB-E379-427C-B13C-01EDDD0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469B02-D0B8-4B03-BD5F-FB4867E8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529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order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1148BF-A0E3-42A2-924D-6B31D0D6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434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orderNo + payUrl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E1B245-89B4-4CF9-B49D-D6209CC4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用户只说“选 2”，系统也能继续，因为上一步已经保存了候选顺序。</a:t>
            </a:r>
          </a:p>
        </p:txBody>
      </p:sp>
    </p:spTree>
    <p:extLst>
      <p:ext uri="{BB962C8B-B14F-4D97-AF65-F5344CB8AC3E}">
        <p14:creationId xmlns:p14="http://schemas.microsoft.com/office/powerpoint/2010/main" val="1144739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138BB8-991D-4260-981B-825B32C1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05 / 调试关键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6B6C0-AAC6-4557-97AB-46799B83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数据形状和单位不统一，最容易把正确链路变成错误提示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7BCCA-E8FB-4143-8773-EE668692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23F6E-2CC3-4C75-9564-4E8538A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706CC-E205-4CA6-8156-B864828C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MVP 验证中，四个归一化点直接决定“能不能继续往下走”。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CF5AC-F544-44B0-88D0-BED140A3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F806D-C065-4701-B014-4F34B236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B0E52-7669-4FC6-9A16-BA3E9A13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95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E8085-B0D9-4226-95F0-DF584AB9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526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09E6F-8ADB-43DD-8050-DE65A761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1BF4D-5930-47C6-A394-17990758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实际字段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F6B96-8331-4EA0-A065-E27051F1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2C3EC-8776-4B73-91DF-7EE70CB8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处理方式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D9BB0-91C2-487F-8822-B7604B20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4AC76-B884-4987-9921-61B66D8C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地址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713A1-BAC4-4967-BCDC-8DF1AF33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DE41B-AB56-43A5-87D2-F21E444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479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接口字段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D4298-70B4-4DB1-A088-B8695F2E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68819-0244-4DB0-A249-48A1517A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fullAddress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8B7BF-E4C9-46CC-A18C-99CF9B0D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E1F66-02A6-4821-B152-C854118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播报完整配送地址，避免只读昵称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88E2E-579B-410A-8D43-AB0BF0DD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3DFC2-C8B4-4305-8857-A81EA6F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门店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A2C81-7158-4544-83E3-AC7E35B3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575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CEF2C-3AD5-4954-A04B-A9318FCC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返回根节点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8ACB2-CC3B-48E9-B774-835C444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C0FC1-C83F-4D9D-8BFD-EC84B0F9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71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stores 数组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80A76-6C6C-47CB-B6CF-7FC5CCCF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D0FBAA-F1B5-4CFF-9C6C-7567A972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兼容对象包装，按序号映射 storeCode / beCode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89819-7F99-4083-89FA-6AAF704F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E19D27-0711-4EE5-9A64-D576B44C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菜单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D15494-77A0-42DE-A652-FDBC9BDB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814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35CBAA-D865-4824-BAC1-80B2909C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返回根节点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68F093-2B10-4096-BD3F-A192EAC8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814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C4E44E-1E48-4110-A0DE-3E35C782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meals 对象 map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D1023-5DC7-4D11-8AFB-7B0F1FF2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4ED700-085E-40FF-97D9-FDD4A04C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先转数组再搜索和播报，保留 mealCode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C4B9F8-43A5-409A-BFCA-B5C25BAD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158DC4-3222-4C38-A5B2-5CF93356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价格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C37DD1-6B95-431B-A2D3-95D70830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053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98B90B-BFA7-4EDB-91D6-8F44A487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196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单位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5D03DC-968F-488D-8A43-4B810430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053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ECE3BE-2744-44CB-9013-27A10DC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196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菜单：元；报价：分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9A8344-9D8D-461A-AB26-CF790B4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053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58AB9C-5458-4720-B93D-C46CEF6B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展示前统一 format_yuan，订单金额保持整数分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956C1E-FBE2-45DC-8C9F-A80698E4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38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8639B5-31C7-40B6-A187-C8A5E553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日志同时记录 raw currentPrice 与 formatted label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055CBC-F0DF-49DC-9B0B-FCAE931F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0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50BD11-2F16-44E5-881A-278E2960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924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避免把 22 分误播成 0.22 元</a:t>
            </a:r>
          </a:p>
        </p:txBody>
      </p:sp>
    </p:spTree>
    <p:extLst>
      <p:ext uri="{BB962C8B-B14F-4D97-AF65-F5344CB8AC3E}">
        <p14:creationId xmlns:p14="http://schemas.microsoft.com/office/powerpoint/2010/main" val="182921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9B75C-D7C5-46C8-927F-D00498E8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06 / 安全边界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CAD3F-4AAB-43C3-A945-5C51E025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把不可逆动作放在用户可感知的确认门之后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2E128-CE7B-4E5F-B627-ED57894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29507-28A6-4696-A4D8-4CE88B70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41C5A-6803-4125-B6E4-3BCB5537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FBC44-CD29-47D7-800F-2A151AFA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7F036-E3AD-40FD-96D4-C68D106A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709BF-853D-45DC-B854-794BB053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凭据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0BA54-0262-4043-8C97-6B1C8C60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Keychain 读取 MCP token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日志只保留脱敏摘要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27FAA-99FD-4928-9254-79BDE8C0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88A7E-B539-44D4-876F-15F99E89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98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46E8C-AC24-4610-A9A6-CFFD6F61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75735-478B-489E-8063-9F2B3E40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0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DB6E5-709E-4F18-8318-917D1FAE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6C1F7-2B03-4AC2-9763-26A3A92D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只接受候选序号或已解析 ID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不让模型猜地址 / 门店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0999B-9D2F-46E3-9178-04AFB0C9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385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C29BB-1ADB-476C-A003-189154E2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94FA7-DA38-476F-A28F-A648D311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00F8A-7CBE-45AD-BF81-35B0218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0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1A006-C140-4838-957B-34DD9B64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订单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34378-129A-4215-9FC1-FCA0172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播报餐品、费用、总价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用户明确同意才 create-order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5A547-AE93-457B-BAF9-0307113D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9637B-3382-4D11-BF55-FEF4E9DA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C7195-1133-43C6-94FC-F3BD3387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19F38-CA52-4215-B5FD-E8BD21A6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0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4044C-4AEA-4526-83FB-85E735E9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90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支付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3D565-4A51-49A8-94C3-83CF7FC7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只打开支付 H5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不自动输入或支付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8FE435-5191-4989-BF67-25D01814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实际验证：创建过 1 笔未支付订单，支付二维码已打开；付款动作保留给用户。</a:t>
            </a:r>
          </a:p>
        </p:txBody>
      </p:sp>
    </p:spTree>
    <p:extLst>
      <p:ext uri="{BB962C8B-B14F-4D97-AF65-F5344CB8AC3E}">
        <p14:creationId xmlns:p14="http://schemas.microsoft.com/office/powerpoint/2010/main" val="1084130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2D295-F288-4424-B39A-FD9D698F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07 / 真实验证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EEC9D-CAAF-4D9E-890F-3A899261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MVP 已经走到真实订单与二维码，9.9 元促销不在当前 MCP 菜单里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9DD8D-8F5D-4E65-A178-6FB8345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4FB56-5C86-4C09-B29E-E7D09E4C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D83E9-6D49-42F0-ADE6-6757F10F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FDD3E-9342-409C-9D0E-135D079E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A010F-E064-48B3-8D9A-52CEC6B3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FDF2A-4E7C-4685-8C86-8A15F47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可配送门店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33E2B-A189-4811-9D9D-E8744D4E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66429-AB72-42D2-B53A-FC82FA08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34D55-40F4-4F0B-80E4-8615A55A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1AD58-1D2E-47B8-B1C0-D1B3CF1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菜单餐品（示例门店）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BFC84-FD98-4398-B437-6C64ACE5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FAC97-7185-4F8A-B4FF-0B9965BD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B9D0E-44D0-4489-A405-C51F764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¥16.30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0518B-CF4A-45AC-8080-3B3EFC6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真实未支付订单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F1D9C-D6F1-431D-89C3-5FE49CED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1EA60-E1FF-4DF3-BC85-04E48CD7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4AB4E-2435-474B-A5EA-417AA764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HTTP 200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CCC9C-CD72-40DC-92D6-5A539B2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本地 QR 页面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34F16-7DBF-45BA-8769-25CE0E98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9B044-76A6-49A9-9241-CE6E6D8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验证结论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1B1B5-5CA6-491D-AC82-11C1325F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“东南亚风味椰香鸡扒堡组合”在当前三个配送菜单中是 ¥19.90，报价为商品 ¥19.90 + 配送 ¥6.00 + 包装 ¥1.00 = ¥26.90。</a:t>
            </a:r>
          </a:p>
          <a:p xmlns:a="http://schemas.openxmlformats.org/drawingml/2006/main">
            <a:pPr>
              <a:def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手机看到的 ¥9.90 更可能属于另一渠道或活动口径，不能直接假设 MCP 也能下单。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6BC2D-A4C9-4327-9042-95BA60E3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订单号、token、完整地址在材料和日志中均做脱敏处理。</a:t>
            </a:r>
          </a:p>
        </p:txBody>
      </p:sp>
    </p:spTree>
    <p:extLst>
      <p:ext uri="{BB962C8B-B14F-4D97-AF65-F5344CB8AC3E}">
        <p14:creationId xmlns:p14="http://schemas.microsoft.com/office/powerpoint/2010/main" val="1090486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5D17A3-D65E-4DA4-A868-E240F219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08 / 排障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C591F-6345-4D0B-8930-80416066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每个用户可见问题，都应该能在日志里找到对应的一步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33224-F496-4AB6-AC02-2F86135B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09134-7E6C-452F-B20B-CDCBBE0E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DA4CE-CC91-4D5F-A64B-3D2A3E01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387E1-CC2B-4D52-A70C-BF414CBE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现象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7CFEB-068D-472E-A973-F69DBFE4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2347D-DD3B-4995-8FD7-1B85DEC8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关键日志事件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C9E2B-ADE7-4EFC-B8F1-28B6940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453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73D94-D77B-4BA5-AD5F-55526EE3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669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下一步动作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D3D9B-D0E5-40C6-8C96-E206852A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EE641-9C13-4A14-880C-D53D352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有门店却提示无配送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9B400-8F90-46B8-83D0-75F0D780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E5631-FA9A-4026-A80A-5C6F8204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mcd.address.selected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9B29E-366E-4239-AE70-F176832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47900"/>
            <a:ext cx="453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DF421-FBCA-4CF4-B700-EFB68435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确认 fullAddress、beType=2、storeCode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C2825-11E4-4421-882F-BBD4FF0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659B3-2B68-4C2B-8F30-1309E634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价格播报成 0.22 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69B57-1C9D-44AE-B382-73252977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7A355-4AA8-492A-AE9A-D767A91E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mcd.meals.loaded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B722B-E88E-4769-B3D7-CEA7C62F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453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4713E-5A3C-4456-B981-8EDECFF1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对照 raw currentPrice 与报价 cents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593C6-5303-48BB-9521-F88EB7A4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BBDB0-4B72-44A8-892A-C3B230C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每个餐品都说要定制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D94B62-E405-4831-8D72-4106486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894A2-4431-4067-94F5-C04E47B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290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mcd.product.detail_loaded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982BC-C960-4B9E-A301-4C7CA562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95700"/>
            <a:ext cx="453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A8C4F-5885-46F2-BF7B-B81AB7B8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检查 rounds、必选项和默认值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566D1-941C-4F2A-B145-2FDA8A59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1159E-BB8D-4E2A-9DA6-8254C38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二维码偶发 404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CBB82E-09A9-4309-9B8A-A4454E46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96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31928-84F4-4F54-9A2C-C86B690B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529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payment.server.request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6706B9-E57B-428D-B715-DBFE96A4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453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A51981-5372-4EE1-BF2E-0AD7604F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读取完整 HTTP 头，再返回 no-store 页面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538C4A-C6C4-41C7-9537-E025F61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D98319-FA93-47C2-8D77-BC7C9814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1032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日志原则：记录事件名、requestId、阶段、关键 ID、结果摘要和耗时；不记录 token、完整 payUrl 或完整个人地址。</a:t>
            </a:r>
          </a:p>
        </p:txBody>
      </p:sp>
    </p:spTree>
    <p:extLst>
      <p:ext uri="{BB962C8B-B14F-4D97-AF65-F5344CB8AC3E}">
        <p14:creationId xmlns:p14="http://schemas.microsoft.com/office/powerpoint/2010/main" val="1171385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4A519-7FB4-4AE8-A8F9-BDC0C8A4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09 / 交付边界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1F113-969A-4B76-A393-DFE5E5E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当前 MVP 证明了链路，下一阶段补齐体验与运营能力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38B64-E509-45A1-A6F2-29C92387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AE208-5BB5-4AE4-B2BD-2A1DCD2E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FB4D3-B25B-4C7F-B7BA-3B0389DA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132B7-D261-4C42-90B1-21238A30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现在已经能做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F559D-5B8D-4CCD-BD87-9B585DFA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6A484-EE88-46F8-9A6B-6CA777B0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用实时语音驱动高层 Function Calling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B6323-BD8F-4EF5-8B63-592C2B83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EC1EC-F2F5-4CEB-A4DA-A7382D4E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读取保存地址并选择可配送门店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2D437-5CF9-4691-918C-B877A599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3DBF2-19F3-4296-B096-C654488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搜索、加入默认配置餐品并计算价格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B7AFE-4120-4684-874A-7BD970A1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B4733-2F37-4370-88F5-690AD1B4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创建一次真实订单并在浏览器展示 QR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B2B6C-E88D-4042-80A8-4021F937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D777D-1013-4F49-8CBE-6E2F1BC7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 JSONL 事件日志定位关键链路问题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2460E-EBA6-419B-BEA1-779320B1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54102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2A5F6-369A-4FC5-BB83-639E274E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还需要补齐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C2932-F055-4EF7-9DBC-4442A1B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850BF-4A81-4B1F-97CE-AB5D157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语音逐项定制餐品与缺省值回填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1778B-14F7-4AB8-8BBB-A97384AF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7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46EB4-1F60-4939-9DE3-3F79AD68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优惠券与多渠道价格解释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38443-DEB5-4965-A69B-CDECD6B4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83C15-C75A-4F92-B1CA-0EF47E55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订单过期、取消与状态回查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8E7BB-79EA-49BC-9025-89BEDFA0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6CAE9-9EE9-408B-8623-1B90B51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Intel Mac 实机麦克风、权限与长会话压测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78FD0B-AF27-4369-81BE-0678F00B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B4CA9-BD2B-4F33-974D-65BC7B58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005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生产支付页域名、证书与监控策略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4121C-C830-4BE1-9248-8BF7F7B6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E6A30E-9500-47BC-8C7B-18B213D8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一句话带走：语音负责理解，客户端负责安全和状态，MCP 负责业务，浏览器负责把支付交给用户。</a:t>
            </a:r>
          </a:p>
        </p:txBody>
      </p:sp>
    </p:spTree>
    <p:extLst>
      <p:ext uri="{BB962C8B-B14F-4D97-AF65-F5344CB8AC3E}">
        <p14:creationId xmlns:p14="http://schemas.microsoft.com/office/powerpoint/2010/main" val="857741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2026-09-06T04:37:58.5940000Z</dcterms:created>
  <dcterms:modified xsi:type="dcterms:W3CDTF">2026-09-06T04:37:58.5950000Z</dcterms:modified>
</coreProperties>
</file>